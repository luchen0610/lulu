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小蕊" initials="王小蕊" lastIdx="1" clrIdx="0"/>
  <p:cmAuthor id="1" name="乔伊" initials="乔伊" lastIdx="2" clrIdx="0"/>
  <p:cmAuthor id="2" name="OL" initials="OL" lastIdx="2" clrIdx="1"/>
  <p:cmAuthor id="3" name="Liu Franky" initials="LF" lastIdx="6" clrIdx="0"/>
  <p:cmAuthor id="4" name="月以镜" initials="月以镜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8D41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26" y="1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C9C82-96A1-4835-AAA4-38208D844110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6DB64-6461-4915-E3C8-29106704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D4B376-8638-9517-C10A-CA800A3A6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15FC6C-997D-B19A-C885-458912B3621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5E120D-9E60-1F74-4617-F77835A8F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C9C82-96A1-4835-AAA4-38208D844110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2215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73ADD-6987-F41B-1E7D-6C461DD06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5A023B-5FF3-8D91-73C9-18913CB89E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A49295-A76F-072F-8EF4-C80E92DE91F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A9DA0-0FBB-F9E2-0939-05C9913FB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C9C82-96A1-4835-AAA4-38208D844110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4435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BF1FF-E6DC-1E05-870B-431476AF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35E695-6540-1CB1-DB94-761547AEA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12BC7F-898E-CF03-181F-8103FBFE960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D6DA3E-78C2-B6E7-5597-381F30D9E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C9C82-96A1-4835-AAA4-38208D844110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0795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2026/8/2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AV -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6682"/>
          </a:xfrm>
          <a:prstGeom prst="octagon">
            <a:avLst/>
          </a:prstGeom>
          <a:noFill/>
          <a:ln w="190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474" tIns="60055" rIns="61474" bIns="60055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400"/>
              </a:spcBef>
            </a:pPr>
            <a:endParaRPr lang="zh-CN" altLang="en-US" sz="1050" dirty="0" err="1">
              <a:solidFill>
                <a:schemeClr val="tx1"/>
              </a:solidFill>
            </a:endParaRPr>
          </a:p>
        </p:txBody>
      </p:sp>
      <p:pic>
        <p:nvPicPr>
          <p:cNvPr id="29" name="Picture 3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>
          <a:xfrm>
            <a:off x="905" y="4436"/>
            <a:ext cx="12192000" cy="6853982"/>
          </a:xfrm>
          <a:prstGeom prst="rect">
            <a:avLst/>
          </a:prstGeom>
        </p:spPr>
      </p:pic>
      <p:sp>
        <p:nvSpPr>
          <p:cNvPr id="30" name="Slide - Sub-Title"/>
          <p:cNvSpPr>
            <a:spLocks noGrp="1"/>
          </p:cNvSpPr>
          <p:nvPr>
            <p:ph type="body" sz="quarter" idx="36" hasCustomPrompt="1"/>
          </p:nvPr>
        </p:nvSpPr>
        <p:spPr>
          <a:xfrm>
            <a:off x="653145" y="480449"/>
            <a:ext cx="10350620" cy="505655"/>
          </a:xfrm>
          <a:prstGeom prst="rect">
            <a:avLst/>
          </a:prstGeom>
        </p:spPr>
        <p:txBody>
          <a:bodyPr vert="horz" lIns="0" tIns="0" rIns="45720" bIns="0" rtlCol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700" b="1" dirty="0">
                <a:solidFill>
                  <a:srgbClr val="FB7701"/>
                </a:solidFill>
                <a:latin typeface="Calibri" panose="020F0502020204030204" charset="0"/>
                <a:cs typeface="Calibri" panose="020F0502020204030204" charset="0"/>
              </a:defRPr>
            </a:lvl1pPr>
          </a:lstStyle>
          <a:p>
            <a:pPr lvl="0"/>
            <a:r>
              <a:rPr lang="en-US" dirty="0"/>
              <a:t>Heading Title</a:t>
            </a:r>
          </a:p>
        </p:txBody>
      </p:sp>
      <p:pic>
        <p:nvPicPr>
          <p:cNvPr id="31" name="Picture 7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983428" y="254587"/>
            <a:ext cx="552893" cy="552534"/>
          </a:xfrm>
          <a:prstGeom prst="rect">
            <a:avLst/>
          </a:prstGeom>
        </p:spPr>
      </p:pic>
      <p:sp>
        <p:nvSpPr>
          <p:cNvPr id="3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96012" y="6356924"/>
            <a:ext cx="2744107" cy="365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C43DF-B5C4-436E-A382-5CD9B951353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矩形 4"/>
          <p:cNvSpPr/>
          <p:nvPr userDrawn="1"/>
        </p:nvSpPr>
        <p:spPr>
          <a:xfrm>
            <a:off x="523584" y="551421"/>
            <a:ext cx="104717" cy="4417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908" tIns="21454" rIns="42908" bIns="21454" rtlCol="0" anchor="ctr"/>
          <a:lstStyle/>
          <a:p>
            <a:pPr algn="ctr" defTabSz="685800"/>
            <a:endParaRPr lang="zh-CN" altLang="en-US" sz="6600">
              <a:solidFill>
                <a:prstClr val="white"/>
              </a:solidFill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18" Type="http://schemas.openxmlformats.org/officeDocument/2006/relationships/image" Target="../media/image1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17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10" Type="http://schemas.openxmlformats.org/officeDocument/2006/relationships/image" Target="../media/image26.jpeg"/><Relationship Id="rId4" Type="http://schemas.openxmlformats.org/officeDocument/2006/relationships/image" Target="../media/image20.jpeg"/><Relationship Id="rId9" Type="http://schemas.openxmlformats.org/officeDocument/2006/relationships/image" Target="../media/image2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37.jpeg"/><Relationship Id="rId3" Type="http://schemas.openxmlformats.org/officeDocument/2006/relationships/image" Target="../media/image27.png"/><Relationship Id="rId7" Type="http://schemas.openxmlformats.org/officeDocument/2006/relationships/image" Target="../media/image31.jpeg"/><Relationship Id="rId12" Type="http://schemas.openxmlformats.org/officeDocument/2006/relationships/image" Target="../media/image3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jpeg"/><Relationship Id="rId11" Type="http://schemas.openxmlformats.org/officeDocument/2006/relationships/image" Target="../media/image35.jpeg"/><Relationship Id="rId5" Type="http://schemas.openxmlformats.org/officeDocument/2006/relationships/image" Target="../media/image29.jpeg"/><Relationship Id="rId15" Type="http://schemas.openxmlformats.org/officeDocument/2006/relationships/image" Target="../media/image39.jpeg"/><Relationship Id="rId10" Type="http://schemas.openxmlformats.org/officeDocument/2006/relationships/image" Target="../media/image34.jpeg"/><Relationship Id="rId4" Type="http://schemas.openxmlformats.org/officeDocument/2006/relationships/image" Target="../media/image28.jpeg"/><Relationship Id="rId9" Type="http://schemas.openxmlformats.org/officeDocument/2006/relationships/image" Target="../media/image33.jpeg"/><Relationship Id="rId14" Type="http://schemas.openxmlformats.org/officeDocument/2006/relationships/image" Target="../media/image3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13" Type="http://schemas.openxmlformats.org/officeDocument/2006/relationships/image" Target="../media/image49.jpeg"/><Relationship Id="rId3" Type="http://schemas.openxmlformats.org/officeDocument/2006/relationships/image" Target="../media/image27.png"/><Relationship Id="rId7" Type="http://schemas.openxmlformats.org/officeDocument/2006/relationships/image" Target="../media/image43.jpeg"/><Relationship Id="rId12" Type="http://schemas.openxmlformats.org/officeDocument/2006/relationships/image" Target="../media/image4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2.png"/><Relationship Id="rId11" Type="http://schemas.openxmlformats.org/officeDocument/2006/relationships/image" Target="../media/image47.jpeg"/><Relationship Id="rId5" Type="http://schemas.openxmlformats.org/officeDocument/2006/relationships/image" Target="../media/image41.jpeg"/><Relationship Id="rId10" Type="http://schemas.openxmlformats.org/officeDocument/2006/relationships/image" Target="../media/image46.png"/><Relationship Id="rId4" Type="http://schemas.openxmlformats.org/officeDocument/2006/relationships/image" Target="../media/image40.jpeg"/><Relationship Id="rId9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3" Type="http://schemas.openxmlformats.org/officeDocument/2006/relationships/image" Target="../media/image51.jpeg"/><Relationship Id="rId7" Type="http://schemas.openxmlformats.org/officeDocument/2006/relationships/image" Target="../media/image27.png"/><Relationship Id="rId12" Type="http://schemas.openxmlformats.org/officeDocument/2006/relationships/image" Target="../media/image59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4.jpeg"/><Relationship Id="rId11" Type="http://schemas.openxmlformats.org/officeDocument/2006/relationships/image" Target="../media/image58.jpeg"/><Relationship Id="rId5" Type="http://schemas.openxmlformats.org/officeDocument/2006/relationships/image" Target="../media/image53.png"/><Relationship Id="rId10" Type="http://schemas.openxmlformats.org/officeDocument/2006/relationships/image" Target="../media/image57.jpeg"/><Relationship Id="rId4" Type="http://schemas.openxmlformats.org/officeDocument/2006/relationships/image" Target="../media/image52.jpeg"/><Relationship Id="rId9" Type="http://schemas.openxmlformats.org/officeDocument/2006/relationships/image" Target="../media/image5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jpeg"/><Relationship Id="rId3" Type="http://schemas.openxmlformats.org/officeDocument/2006/relationships/image" Target="../media/image60.png"/><Relationship Id="rId7" Type="http://schemas.openxmlformats.org/officeDocument/2006/relationships/image" Target="../media/image64.jpeg"/><Relationship Id="rId12" Type="http://schemas.openxmlformats.org/officeDocument/2006/relationships/image" Target="../media/image69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3.jpeg"/><Relationship Id="rId11" Type="http://schemas.openxmlformats.org/officeDocument/2006/relationships/image" Target="../media/image68.jpeg"/><Relationship Id="rId5" Type="http://schemas.openxmlformats.org/officeDocument/2006/relationships/image" Target="../media/image62.jpeg"/><Relationship Id="rId15" Type="http://schemas.openxmlformats.org/officeDocument/2006/relationships/image" Target="../media/image72.jpe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jpeg"/><Relationship Id="rId14" Type="http://schemas.openxmlformats.org/officeDocument/2006/relationships/image" Target="../media/image7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eg"/><Relationship Id="rId13" Type="http://schemas.openxmlformats.org/officeDocument/2006/relationships/image" Target="../media/image83.jpeg"/><Relationship Id="rId3" Type="http://schemas.openxmlformats.org/officeDocument/2006/relationships/image" Target="../media/image73.jpeg"/><Relationship Id="rId7" Type="http://schemas.openxmlformats.org/officeDocument/2006/relationships/image" Target="../media/image77.jpeg"/><Relationship Id="rId12" Type="http://schemas.openxmlformats.org/officeDocument/2006/relationships/image" Target="../media/image82.jpeg"/><Relationship Id="rId17" Type="http://schemas.openxmlformats.org/officeDocument/2006/relationships/image" Target="../media/image87.png"/><Relationship Id="rId2" Type="http://schemas.openxmlformats.org/officeDocument/2006/relationships/image" Target="../media/image27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6.jpeg"/><Relationship Id="rId11" Type="http://schemas.openxmlformats.org/officeDocument/2006/relationships/image" Target="../media/image81.jpeg"/><Relationship Id="rId5" Type="http://schemas.openxmlformats.org/officeDocument/2006/relationships/image" Target="../media/image75.jpeg"/><Relationship Id="rId15" Type="http://schemas.openxmlformats.org/officeDocument/2006/relationships/image" Target="../media/image85.jpeg"/><Relationship Id="rId10" Type="http://schemas.openxmlformats.org/officeDocument/2006/relationships/image" Target="../media/image80.jpeg"/><Relationship Id="rId4" Type="http://schemas.openxmlformats.org/officeDocument/2006/relationships/image" Target="../media/image74.jpeg"/><Relationship Id="rId9" Type="http://schemas.openxmlformats.org/officeDocument/2006/relationships/image" Target="../media/image79.jpeg"/><Relationship Id="rId14" Type="http://schemas.openxmlformats.org/officeDocument/2006/relationships/image" Target="../media/image8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eg"/><Relationship Id="rId13" Type="http://schemas.openxmlformats.org/officeDocument/2006/relationships/image" Target="../media/image98.jpeg"/><Relationship Id="rId3" Type="http://schemas.openxmlformats.org/officeDocument/2006/relationships/image" Target="../media/image88.jpeg"/><Relationship Id="rId7" Type="http://schemas.openxmlformats.org/officeDocument/2006/relationships/image" Target="../media/image92.jpeg"/><Relationship Id="rId12" Type="http://schemas.openxmlformats.org/officeDocument/2006/relationships/image" Target="../media/image97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1.jpeg"/><Relationship Id="rId11" Type="http://schemas.openxmlformats.org/officeDocument/2006/relationships/image" Target="../media/image96.jpeg"/><Relationship Id="rId5" Type="http://schemas.openxmlformats.org/officeDocument/2006/relationships/image" Target="../media/image90.jpeg"/><Relationship Id="rId15" Type="http://schemas.openxmlformats.org/officeDocument/2006/relationships/image" Target="../media/image100.jpeg"/><Relationship Id="rId10" Type="http://schemas.openxmlformats.org/officeDocument/2006/relationships/image" Target="../media/image95.jpeg"/><Relationship Id="rId4" Type="http://schemas.openxmlformats.org/officeDocument/2006/relationships/image" Target="../media/image89.jpeg"/><Relationship Id="rId9" Type="http://schemas.openxmlformats.org/officeDocument/2006/relationships/image" Target="../media/image94.jpeg"/><Relationship Id="rId14" Type="http://schemas.openxmlformats.org/officeDocument/2006/relationships/image" Target="../media/image9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jpeg"/><Relationship Id="rId13" Type="http://schemas.openxmlformats.org/officeDocument/2006/relationships/image" Target="../media/image111.jpeg"/><Relationship Id="rId3" Type="http://schemas.openxmlformats.org/officeDocument/2006/relationships/image" Target="../media/image101.jpeg"/><Relationship Id="rId7" Type="http://schemas.openxmlformats.org/officeDocument/2006/relationships/image" Target="../media/image105.jpeg"/><Relationship Id="rId12" Type="http://schemas.openxmlformats.org/officeDocument/2006/relationships/image" Target="../media/image110.jpeg"/><Relationship Id="rId2" Type="http://schemas.openxmlformats.org/officeDocument/2006/relationships/image" Target="../media/image27.png"/><Relationship Id="rId16" Type="http://schemas.openxmlformats.org/officeDocument/2006/relationships/image" Target="../media/image114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4.jpeg"/><Relationship Id="rId11" Type="http://schemas.openxmlformats.org/officeDocument/2006/relationships/image" Target="../media/image109.jpeg"/><Relationship Id="rId5" Type="http://schemas.openxmlformats.org/officeDocument/2006/relationships/image" Target="../media/image103.jpeg"/><Relationship Id="rId15" Type="http://schemas.openxmlformats.org/officeDocument/2006/relationships/image" Target="../media/image113.jpeg"/><Relationship Id="rId10" Type="http://schemas.openxmlformats.org/officeDocument/2006/relationships/image" Target="../media/image108.jpeg"/><Relationship Id="rId4" Type="http://schemas.openxmlformats.org/officeDocument/2006/relationships/image" Target="../media/image102.jpeg"/><Relationship Id="rId9" Type="http://schemas.openxmlformats.org/officeDocument/2006/relationships/image" Target="../media/image107.jpeg"/><Relationship Id="rId14" Type="http://schemas.openxmlformats.org/officeDocument/2006/relationships/image" Target="../media/image1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820420" y="112191"/>
            <a:ext cx="105511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FF6C00"/>
                </a:solidFill>
                <a:latin typeface="-apple-system"/>
              </a:rPr>
              <a:t>TEMU</a:t>
            </a:r>
            <a:r>
              <a:rPr lang="zh-CN" altLang="en-US" sz="2400" b="1" i="0" dirty="0">
                <a:solidFill>
                  <a:srgbClr val="FF6C00"/>
                </a:solidFill>
                <a:latin typeface="-apple-system"/>
              </a:rPr>
              <a:t>玩具与游戏&gt; 玩具车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79055" y="721995"/>
            <a:ext cx="317373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*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品牌</a:t>
            </a:r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/IP/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外观专利需要有对应销售区域的授权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91003" y="587119"/>
            <a:ext cx="6684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rgbClr val="FF6C00"/>
                </a:solidFill>
                <a:latin typeface="-apple-system"/>
              </a:rPr>
              <a:t>品相：</a:t>
            </a:r>
            <a:r>
              <a:rPr lang="zh-CN" altLang="en-US" sz="1400" dirty="0"/>
              <a:t>万圣节玩具车礼品套装、圣诞火车，</a:t>
            </a:r>
            <a:r>
              <a:rPr lang="en-US" altLang="zh-CN" sz="1400" dirty="0" err="1"/>
              <a:t>ip</a:t>
            </a:r>
            <a:r>
              <a:rPr lang="zh-CN" altLang="en-US" sz="1400" dirty="0"/>
              <a:t>授权车模等，轨道赛车等爆品招商中！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7E0809-16E0-500D-33C4-B8E0EF0A5C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1946" y="4016838"/>
            <a:ext cx="1612600" cy="1827613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9C5798D4-FD60-D683-0F85-C24822A12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762" y="1077080"/>
            <a:ext cx="1899264" cy="189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>
            <a:extLst>
              <a:ext uri="{FF2B5EF4-FFF2-40B4-BE49-F238E27FC236}">
                <a16:creationId xmlns:a16="http://schemas.microsoft.com/office/drawing/2014/main" id="{70EAE46C-2CFE-AD3D-4EAF-DFFD9DA11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014" y="1104238"/>
            <a:ext cx="1578189" cy="157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FF2FF2B5-07B3-ABF4-6C33-B06E9B1E4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869" y="1039830"/>
            <a:ext cx="1812154" cy="181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8">
            <a:extLst>
              <a:ext uri="{FF2B5EF4-FFF2-40B4-BE49-F238E27FC236}">
                <a16:creationId xmlns:a16="http://schemas.microsoft.com/office/drawing/2014/main" id="{07A0B3C3-ECFE-CCD7-A9D0-A6184B99A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53" y="1093311"/>
            <a:ext cx="1726627" cy="172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4">
            <a:extLst>
              <a:ext uri="{FF2B5EF4-FFF2-40B4-BE49-F238E27FC236}">
                <a16:creationId xmlns:a16="http://schemas.microsoft.com/office/drawing/2014/main" id="{9D10DD85-83A5-37E3-1E97-253B1EF40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169" y="3010530"/>
            <a:ext cx="1763425" cy="17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6">
            <a:extLst>
              <a:ext uri="{FF2B5EF4-FFF2-40B4-BE49-F238E27FC236}">
                <a16:creationId xmlns:a16="http://schemas.microsoft.com/office/drawing/2014/main" id="{B78805E4-982D-FACA-02D6-1E300776D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869" y="3010529"/>
            <a:ext cx="1763425" cy="17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8">
            <a:extLst>
              <a:ext uri="{FF2B5EF4-FFF2-40B4-BE49-F238E27FC236}">
                <a16:creationId xmlns:a16="http://schemas.microsoft.com/office/drawing/2014/main" id="{1CF77C18-176D-382E-AFBE-F618377F8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22" y="2964306"/>
            <a:ext cx="1899264" cy="189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0">
            <a:extLst>
              <a:ext uri="{FF2B5EF4-FFF2-40B4-BE49-F238E27FC236}">
                <a16:creationId xmlns:a16="http://schemas.microsoft.com/office/drawing/2014/main" id="{2A3D9F13-D1A1-CD61-4EB8-5C71ED430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0246" y="3038679"/>
            <a:ext cx="1812154" cy="181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4">
            <a:extLst>
              <a:ext uri="{FF2B5EF4-FFF2-40B4-BE49-F238E27FC236}">
                <a16:creationId xmlns:a16="http://schemas.microsoft.com/office/drawing/2014/main" id="{8C9DBA19-4DE4-5A45-5361-D614746D5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771" y="5007558"/>
            <a:ext cx="1683625" cy="168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8">
            <a:extLst>
              <a:ext uri="{FF2B5EF4-FFF2-40B4-BE49-F238E27FC236}">
                <a16:creationId xmlns:a16="http://schemas.microsoft.com/office/drawing/2014/main" id="{713ADDE8-9DD2-8AC0-2486-D3E257EB2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06" y="3081442"/>
            <a:ext cx="1726627" cy="172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0">
            <a:extLst>
              <a:ext uri="{FF2B5EF4-FFF2-40B4-BE49-F238E27FC236}">
                <a16:creationId xmlns:a16="http://schemas.microsoft.com/office/drawing/2014/main" id="{5F85CA75-DD3E-1763-6D63-B852C6B32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124" y="1146318"/>
            <a:ext cx="1709614" cy="1709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4">
            <a:extLst>
              <a:ext uri="{FF2B5EF4-FFF2-40B4-BE49-F238E27FC236}">
                <a16:creationId xmlns:a16="http://schemas.microsoft.com/office/drawing/2014/main" id="{C5287EDE-5D49-07BB-3FDA-D1FEB1218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170" y="4917519"/>
            <a:ext cx="1845732" cy="184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8">
            <a:extLst>
              <a:ext uri="{FF2B5EF4-FFF2-40B4-BE49-F238E27FC236}">
                <a16:creationId xmlns:a16="http://schemas.microsoft.com/office/drawing/2014/main" id="{8E0180B8-1FBC-8F44-0F99-254D2CEF5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28" y="4917519"/>
            <a:ext cx="1845732" cy="184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50">
            <a:extLst>
              <a:ext uri="{FF2B5EF4-FFF2-40B4-BE49-F238E27FC236}">
                <a16:creationId xmlns:a16="http://schemas.microsoft.com/office/drawing/2014/main" id="{BB5D4407-C835-68AF-5F84-A720325DA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828" y="4863570"/>
            <a:ext cx="1827613" cy="182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56">
            <a:extLst>
              <a:ext uri="{FF2B5EF4-FFF2-40B4-BE49-F238E27FC236}">
                <a16:creationId xmlns:a16="http://schemas.microsoft.com/office/drawing/2014/main" id="{024B4AF4-C24C-7844-E078-91B012481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800" y="4997077"/>
            <a:ext cx="1686616" cy="168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758345D8-25AC-367E-56B1-DE5105CC0082}"/>
              </a:ext>
            </a:extLst>
          </p:cNvPr>
          <p:cNvSpPr txBox="1"/>
          <p:nvPr/>
        </p:nvSpPr>
        <p:spPr>
          <a:xfrm>
            <a:off x="7990246" y="124562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8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常规模式</a:t>
            </a:r>
            <a:r>
              <a:rPr lang="en-US" altLang="zh-CN" sz="18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8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非半托管</a:t>
            </a:r>
            <a:endParaRPr lang="en-US" altLang="zh-CN" sz="18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8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玩具与游戏</a:t>
            </a:r>
            <a:endParaRPr lang="en-US" altLang="zh-CN" sz="18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8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波鲁鲁</a:t>
            </a:r>
            <a:endParaRPr lang="en-US" altLang="zh-CN" sz="18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DB57FB4-2340-C8D4-ED00-482531018347}"/>
              </a:ext>
            </a:extLst>
          </p:cNvPr>
          <p:cNvSpPr txBox="1"/>
          <p:nvPr/>
        </p:nvSpPr>
        <p:spPr>
          <a:xfrm>
            <a:off x="10100403" y="6068988"/>
            <a:ext cx="20345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本海报内容为风格元素参考，请尊重并遵守当地知识产权和文化风俗，售卖合规货品。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2BB470-9E73-216B-5A67-EDFBA82849AE}"/>
              </a:ext>
            </a:extLst>
          </p:cNvPr>
          <p:cNvSpPr txBox="1"/>
          <p:nvPr/>
        </p:nvSpPr>
        <p:spPr>
          <a:xfrm>
            <a:off x="10100403" y="2281223"/>
            <a:ext cx="196617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30A6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马上进入下半年</a:t>
            </a:r>
            <a:r>
              <a:rPr lang="zh-CN" altLang="en-US" sz="1400" b="1" dirty="0">
                <a:solidFill>
                  <a:srgbClr val="FF6D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海外玩具旺季</a:t>
            </a:r>
            <a:r>
              <a:rPr lang="zh-CN" altLang="en-US" sz="1400" b="1" dirty="0">
                <a:solidFill>
                  <a:srgbClr val="30A6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6D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万圣节、黑五、圣诞节</a:t>
            </a:r>
            <a:r>
              <a:rPr lang="zh-CN" altLang="en-US" sz="1400" b="1" dirty="0">
                <a:solidFill>
                  <a:srgbClr val="30A6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等连续大促。尽早规划入驻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，快速</a:t>
            </a:r>
            <a:r>
              <a:rPr lang="zh-CN" altLang="en-US" sz="1400" b="1" dirty="0">
                <a:solidFill>
                  <a:srgbClr val="30A6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发品测款。</a:t>
            </a:r>
            <a:endParaRPr lang="en-US" altLang="zh-CN" sz="1400" b="1" dirty="0">
              <a:solidFill>
                <a:srgbClr val="30A6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FF6D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销售增长红利期</a:t>
            </a:r>
            <a:r>
              <a:rPr lang="zh-CN" altLang="en-US" sz="1400" b="1" dirty="0">
                <a:solidFill>
                  <a:srgbClr val="30A6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早发品，早占坑</a:t>
            </a:r>
            <a:r>
              <a:rPr lang="zh-CN" altLang="en-US" sz="1400" b="1" dirty="0">
                <a:solidFill>
                  <a:srgbClr val="FF6D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扫码对接。</a:t>
            </a:r>
            <a:endParaRPr lang="zh-CN" altLang="en-US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A98C-C327-0749-2F28-E096DF49E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4AC56FDE-99C6-4D84-C695-9ABDFCDC9930}"/>
              </a:ext>
            </a:extLst>
          </p:cNvPr>
          <p:cNvSpPr txBox="1"/>
          <p:nvPr/>
        </p:nvSpPr>
        <p:spPr>
          <a:xfrm>
            <a:off x="301625" y="73519"/>
            <a:ext cx="105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dirty="0">
                <a:solidFill>
                  <a:srgbClr val="FF6600"/>
                </a:solidFill>
                <a:latin typeface="-apple-system"/>
              </a:rPr>
              <a:t>玩具与游戏&gt;</a:t>
            </a:r>
            <a:r>
              <a:rPr lang="zh-CN" altLang="en-US" sz="2800" b="1" dirty="0">
                <a:solidFill>
                  <a:srgbClr val="FF6600"/>
                </a:solidFill>
                <a:latin typeface="-apple-system"/>
              </a:rPr>
              <a:t>运动户外用品&gt;蹦床</a:t>
            </a:r>
            <a:r>
              <a:rPr lang="zh-CN" altLang="en-US" sz="2800" b="1" dirty="0">
                <a:solidFill>
                  <a:srgbClr val="FF6600"/>
                </a:solidFill>
              </a:rPr>
              <a:t>蹦床和配件</a:t>
            </a:r>
            <a:endParaRPr lang="zh-CN" altLang="en-US" sz="2800" b="1" i="0" dirty="0">
              <a:solidFill>
                <a:srgbClr val="FF6600"/>
              </a:solidFill>
              <a:latin typeface="-apple-system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4286B6-2EAC-29B7-B15F-DF04AC39AFD5}"/>
              </a:ext>
            </a:extLst>
          </p:cNvPr>
          <p:cNvSpPr txBox="1"/>
          <p:nvPr/>
        </p:nvSpPr>
        <p:spPr>
          <a:xfrm>
            <a:off x="7679054" y="617464"/>
            <a:ext cx="3388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*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品牌</a:t>
            </a:r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/IP/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外观专利需要有对应销售区域的授权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13E2B7F-4F97-1F2E-67A9-C783839C34D9}"/>
              </a:ext>
            </a:extLst>
          </p:cNvPr>
          <p:cNvSpPr txBox="1"/>
          <p:nvPr/>
        </p:nvSpPr>
        <p:spPr>
          <a:xfrm>
            <a:off x="10100403" y="6068988"/>
            <a:ext cx="20345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本海报内容为风格元素参考，请尊重并遵守当地知识产权和文化风俗，售卖合规货品。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F3A49DE-65CF-39D6-5703-99BE0994A44F}"/>
              </a:ext>
            </a:extLst>
          </p:cNvPr>
          <p:cNvSpPr txBox="1"/>
          <p:nvPr/>
        </p:nvSpPr>
        <p:spPr>
          <a:xfrm>
            <a:off x="10084963" y="1999731"/>
            <a:ext cx="19661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下半年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海外玩具旺季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万圣节、黑五、圣诞节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等连续大促。尽早规划入驻，快速发品测款。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销售增长红利期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早发品，早占坑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扫码对接。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6DFC3A3-A212-CDBE-FBE5-54AE3F69AEE2}"/>
              </a:ext>
            </a:extLst>
          </p:cNvPr>
          <p:cNvSpPr txBox="1"/>
          <p:nvPr/>
        </p:nvSpPr>
        <p:spPr>
          <a:xfrm>
            <a:off x="9835362" y="1023904"/>
            <a:ext cx="2465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常规模式</a:t>
            </a:r>
            <a:r>
              <a:rPr lang="en-US" altLang="zh-CN" sz="16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非半托管</a:t>
            </a:r>
            <a:endParaRPr lang="en-US" altLang="zh-CN" sz="16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6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玩具与游戏</a:t>
            </a:r>
            <a:endParaRPr lang="en-US" altLang="zh-CN" sz="16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6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波鲁鲁</a:t>
            </a:r>
            <a:endParaRPr lang="en-US" altLang="zh-CN" sz="16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9750AE-2EAB-DB4E-511F-010EF9003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8" y="3921671"/>
            <a:ext cx="2160000" cy="2214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A708114-928B-F6EF-B894-48115E215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168" y="1165122"/>
            <a:ext cx="2160000" cy="237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4551579-8504-A607-AD8E-B345A0144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819" y="1273810"/>
            <a:ext cx="1993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20C296D-EC9E-C837-22DD-44F999761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771" y="1243465"/>
            <a:ext cx="19105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AF1B7B5-B87A-4BEA-085C-A90B6D194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97" y="1257885"/>
            <a:ext cx="173232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C484511C-EB6F-D403-7F3B-42668A61D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602" y="4110881"/>
            <a:ext cx="2377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DE7FDCE0-8641-1944-D9F2-37EC5EB1D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325" y="3976005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DC9485B8-3546-6F9D-8386-77ECFB730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601" y="4050191"/>
            <a:ext cx="1996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542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D0DF-202D-40FA-D749-650C265B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C9C95B91-3A98-4B36-F13E-B515B84758C6}"/>
              </a:ext>
            </a:extLst>
          </p:cNvPr>
          <p:cNvSpPr txBox="1"/>
          <p:nvPr/>
        </p:nvSpPr>
        <p:spPr>
          <a:xfrm>
            <a:off x="539288" y="132418"/>
            <a:ext cx="105784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FF6600"/>
                </a:solidFill>
              </a:rPr>
              <a:t>玩具与游戏 &gt; 运动户外用品 &gt; 游戏帐篷和隧道 &gt; 游戏帐篷</a:t>
            </a:r>
            <a:endParaRPr lang="zh-CN" altLang="en-US" sz="2800" b="1" i="0" dirty="0">
              <a:solidFill>
                <a:srgbClr val="FF6600"/>
              </a:solidFill>
              <a:latin typeface="-apple-system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7641CA-6F47-D25F-BB06-465D8FD42B68}"/>
              </a:ext>
            </a:extLst>
          </p:cNvPr>
          <p:cNvSpPr txBox="1"/>
          <p:nvPr/>
        </p:nvSpPr>
        <p:spPr>
          <a:xfrm>
            <a:off x="7151580" y="5958172"/>
            <a:ext cx="3388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*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品牌</a:t>
            </a:r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/IP/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外观专利需要有对应销售区域的授权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E236304-9E0A-FF47-D6B5-8271313BC3C2}"/>
              </a:ext>
            </a:extLst>
          </p:cNvPr>
          <p:cNvSpPr txBox="1"/>
          <p:nvPr/>
        </p:nvSpPr>
        <p:spPr>
          <a:xfrm>
            <a:off x="10100403" y="6068988"/>
            <a:ext cx="20345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本海报内容为风格元素参考，请尊重并遵守当地知识产权和文化风俗，售卖合规货品。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7907F03-C2BD-57AF-D897-95B4A360C233}"/>
              </a:ext>
            </a:extLst>
          </p:cNvPr>
          <p:cNvSpPr txBox="1"/>
          <p:nvPr/>
        </p:nvSpPr>
        <p:spPr>
          <a:xfrm>
            <a:off x="9996341" y="968261"/>
            <a:ext cx="21669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常规模式</a:t>
            </a:r>
            <a:r>
              <a:rPr lang="en-US" altLang="zh-CN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非半托管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玩具与游戏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波鲁鲁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E30800-2FFF-8D29-B91B-791F30AF25B1}"/>
              </a:ext>
            </a:extLst>
          </p:cNvPr>
          <p:cNvSpPr txBox="1"/>
          <p:nvPr/>
        </p:nvSpPr>
        <p:spPr>
          <a:xfrm>
            <a:off x="10225831" y="1921218"/>
            <a:ext cx="19661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下半年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海外玩具旺季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万圣节、黑五、圣诞节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等连续大促。尽早规划入驻，快速发品测款。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销售增长红利期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早发品，早占坑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扫码对接。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6E7E5EA-7D32-19E2-78AF-428BDC85DA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403" y="3418412"/>
            <a:ext cx="2062900" cy="2337953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824250D-8A25-0922-C602-D7E527C7E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97" y="788261"/>
            <a:ext cx="1921425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439530A3-6C26-2B89-B7DC-431FBF370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116" y="2982358"/>
            <a:ext cx="2329833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0997ADF3-9481-9445-19F4-E7590722A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704" y="2980018"/>
            <a:ext cx="1928667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086ACB8C-F202-A2EE-3FEE-BD87BD327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191" y="924285"/>
            <a:ext cx="1833042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B19EFF4-95D6-B66D-6F05-92A7549A8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914" y="899828"/>
            <a:ext cx="1358742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>
            <a:extLst>
              <a:ext uri="{FF2B5EF4-FFF2-40B4-BE49-F238E27FC236}">
                <a16:creationId xmlns:a16="http://schemas.microsoft.com/office/drawing/2014/main" id="{EF1BD06F-EF4A-40F1-2BA3-3EAEF7960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94" y="2858340"/>
            <a:ext cx="1838550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076564DE-AF9B-14BE-AA3F-6CFE13828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616" y="938792"/>
            <a:ext cx="1833450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6">
            <a:extLst>
              <a:ext uri="{FF2B5EF4-FFF2-40B4-BE49-F238E27FC236}">
                <a16:creationId xmlns:a16="http://schemas.microsoft.com/office/drawing/2014/main" id="{033A15C1-26A8-E51D-5F51-C3C18297D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748" y="2993789"/>
            <a:ext cx="1836000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8">
            <a:extLst>
              <a:ext uri="{FF2B5EF4-FFF2-40B4-BE49-F238E27FC236}">
                <a16:creationId xmlns:a16="http://schemas.microsoft.com/office/drawing/2014/main" id="{8046B514-5640-5735-F954-87AC57837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338" y="924285"/>
            <a:ext cx="1382967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0">
            <a:extLst>
              <a:ext uri="{FF2B5EF4-FFF2-40B4-BE49-F238E27FC236}">
                <a16:creationId xmlns:a16="http://schemas.microsoft.com/office/drawing/2014/main" id="{24A5DDB3-3BCC-5565-07FD-16B6122D8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88" y="4878000"/>
            <a:ext cx="1836000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C1D436AD-60F0-E6B8-C330-866CCE85D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298" y="4920285"/>
            <a:ext cx="1836000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4FF4F4BD-3AD0-E4A8-517A-7C0E8A521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342" y="4920285"/>
            <a:ext cx="2649243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485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22AD6-2321-F242-3600-C90A7C95A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7DA7935B-EFB1-F7D7-46F1-3424F4BDFF2D}"/>
              </a:ext>
            </a:extLst>
          </p:cNvPr>
          <p:cNvSpPr txBox="1"/>
          <p:nvPr/>
        </p:nvSpPr>
        <p:spPr>
          <a:xfrm>
            <a:off x="806795" y="504844"/>
            <a:ext cx="105784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b="1" dirty="0">
                <a:solidFill>
                  <a:srgbClr val="FF6600"/>
                </a:solidFill>
              </a:rPr>
              <a:t>玩具与游戏 &gt; 游戏及配件 &gt; 多米诺及骨牌游戏</a:t>
            </a:r>
            <a:endParaRPr lang="zh-CN" altLang="en-US" sz="3200" b="1" i="0" dirty="0">
              <a:solidFill>
                <a:srgbClr val="FF6600"/>
              </a:solidFill>
              <a:latin typeface="-apple-system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1D7B69-A427-6137-1939-9F7DBE5AA7F0}"/>
              </a:ext>
            </a:extLst>
          </p:cNvPr>
          <p:cNvSpPr txBox="1"/>
          <p:nvPr/>
        </p:nvSpPr>
        <p:spPr>
          <a:xfrm>
            <a:off x="7151580" y="5958172"/>
            <a:ext cx="3388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*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品牌</a:t>
            </a:r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/IP/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外观专利需要有对应销售区域的授权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0EF884A-F449-9894-7B3A-91B674EDC828}"/>
              </a:ext>
            </a:extLst>
          </p:cNvPr>
          <p:cNvSpPr txBox="1"/>
          <p:nvPr/>
        </p:nvSpPr>
        <p:spPr>
          <a:xfrm>
            <a:off x="10100403" y="6068988"/>
            <a:ext cx="20345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本海报内容为风格元素参考，请尊重并遵守当地知识产权和文化风俗，售卖合规货品。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BC08972-E430-D9B7-4E54-49E4928376B4}"/>
              </a:ext>
            </a:extLst>
          </p:cNvPr>
          <p:cNvSpPr txBox="1"/>
          <p:nvPr/>
        </p:nvSpPr>
        <p:spPr>
          <a:xfrm>
            <a:off x="9996341" y="968261"/>
            <a:ext cx="21669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常规模式</a:t>
            </a:r>
            <a:r>
              <a:rPr lang="en-US" altLang="zh-CN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非半托管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玩具与游戏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波鲁鲁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C5753C-888C-7027-A281-008465F65B8E}"/>
              </a:ext>
            </a:extLst>
          </p:cNvPr>
          <p:cNvSpPr txBox="1"/>
          <p:nvPr/>
        </p:nvSpPr>
        <p:spPr>
          <a:xfrm>
            <a:off x="10225831" y="1921218"/>
            <a:ext cx="19661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下半年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海外玩具旺季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万圣节、黑五、圣诞节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等连续大促。尽早规划入驻，快速发品测款。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销售增长红利期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早发品，早占坑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扫码对接。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D7D755-1E79-EAEF-F127-932AA24628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403" y="3418412"/>
            <a:ext cx="2062900" cy="2337953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4618244-6886-937E-7281-B68FF8491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94" y="1553258"/>
            <a:ext cx="160208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4DF4CB0-8521-473B-24AD-EE7E974AC3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295" y="1547510"/>
            <a:ext cx="1800000" cy="180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3F1C57-3228-682F-8DEF-1E4E6F9688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341" y="1553258"/>
            <a:ext cx="1800000" cy="180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8862481-069A-03DA-FDAE-2759B3A1CD0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175" y="3930570"/>
            <a:ext cx="1800000" cy="180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52B6463-7577-FE84-FCA2-BBE07E34DD8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40" y="3930570"/>
            <a:ext cx="1800000" cy="1800000"/>
          </a:xfrm>
          <a:prstGeom prst="rect">
            <a:avLst/>
          </a:prstGeom>
        </p:spPr>
      </p:pic>
      <p:sp>
        <p:nvSpPr>
          <p:cNvPr id="24" name="AutoShape 8">
            <a:extLst>
              <a:ext uri="{FF2B5EF4-FFF2-40B4-BE49-F238E27FC236}">
                <a16:creationId xmlns:a16="http://schemas.microsoft.com/office/drawing/2014/main" id="{35DAE1E1-A0D9-D0B3-D1C3-7772CF2FBB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45684" y="4419782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95D58C5F-20AE-275F-85EF-913178547A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5192" y="1545189"/>
            <a:ext cx="1857535" cy="18000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CEB381FC-BF76-5C40-C253-B5C412D1AB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3624" y="1545189"/>
            <a:ext cx="1930965" cy="18000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4A5732C3-A0F0-BB52-9E0B-ADE3B09711D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603" y="3890819"/>
            <a:ext cx="1966169" cy="1966169"/>
          </a:xfrm>
          <a:prstGeom prst="rect">
            <a:avLst/>
          </a:prstGeom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E581BC09-B875-4C9B-4C50-F984E2134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735" y="3890819"/>
            <a:ext cx="1800000" cy="19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4">
            <a:extLst>
              <a:ext uri="{FF2B5EF4-FFF2-40B4-BE49-F238E27FC236}">
                <a16:creationId xmlns:a16="http://schemas.microsoft.com/office/drawing/2014/main" id="{8AAB0A5A-C5D4-A6FD-3DC8-C8EA3B027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070" y="3957662"/>
            <a:ext cx="1835417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571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A2DC2C1-DB00-E45E-BCEF-1C102C52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96012" y="6356923"/>
            <a:ext cx="2744107" cy="1800000"/>
          </a:xfrm>
        </p:spPr>
        <p:txBody>
          <a:bodyPr/>
          <a:lstStyle/>
          <a:p>
            <a:fld id="{48EC43DF-B5C4-436E-A382-5CD9B951353C}" type="slidenum">
              <a:rPr lang="en-US" smtClean="0"/>
              <a:t>5</a:t>
            </a:fld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353179-4C5F-E984-2CD4-AF3F77A11323}"/>
              </a:ext>
            </a:extLst>
          </p:cNvPr>
          <p:cNvSpPr txBox="1">
            <a:spLocks noGrp="1"/>
          </p:cNvSpPr>
          <p:nvPr>
            <p:ph type="body" sz="quarter" idx="36"/>
          </p:nvPr>
        </p:nvSpPr>
        <p:spPr>
          <a:xfrm>
            <a:off x="652463" y="481013"/>
            <a:ext cx="10352087" cy="504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b="1" dirty="0">
                <a:solidFill>
                  <a:srgbClr val="FF6600"/>
                </a:solidFill>
              </a:rPr>
              <a:t>玩具与游戏 &gt; 游戏及配件 &gt; 多米诺及骨牌游戏</a:t>
            </a:r>
            <a:endParaRPr lang="zh-CN" altLang="en-US" sz="3200" b="1" i="0" dirty="0">
              <a:solidFill>
                <a:srgbClr val="FF6600"/>
              </a:solidFill>
              <a:latin typeface="-apple-system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EF8B93E-6A3B-4BA9-76FD-0818DF700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496" y="1420172"/>
            <a:ext cx="2062501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D6F1B32-020B-2E3D-FDB3-340732B6A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803" y="1532605"/>
            <a:ext cx="1963750" cy="1687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D7E9C081-927A-67FC-36DE-6E1479407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8593" y="1454099"/>
            <a:ext cx="1817083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AAB00D-77C6-914A-EBC2-7B950BE774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25" y="1454099"/>
            <a:ext cx="1800000" cy="180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E0DFD1D-7725-5C16-9311-A61F064D53E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03" y="1454099"/>
            <a:ext cx="1800000" cy="1800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F75943F-9905-30EF-81F6-E9119458D8EE}"/>
              </a:ext>
            </a:extLst>
          </p:cNvPr>
          <p:cNvSpPr txBox="1"/>
          <p:nvPr/>
        </p:nvSpPr>
        <p:spPr>
          <a:xfrm>
            <a:off x="10129100" y="5922589"/>
            <a:ext cx="20345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本海报内容为风格元素参考，请尊重并遵守当地知识产权和文化风俗，售卖合规货品。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88148F-B63D-75A6-6535-CC26CE43AADA}"/>
              </a:ext>
            </a:extLst>
          </p:cNvPr>
          <p:cNvSpPr txBox="1"/>
          <p:nvPr/>
        </p:nvSpPr>
        <p:spPr>
          <a:xfrm>
            <a:off x="10025038" y="821862"/>
            <a:ext cx="21669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常规模式</a:t>
            </a:r>
            <a:r>
              <a:rPr lang="en-US" altLang="zh-CN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非半托管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玩具与游戏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波鲁鲁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21DFE01-EF0D-3BFA-59BF-2FC1797D287F}"/>
              </a:ext>
            </a:extLst>
          </p:cNvPr>
          <p:cNvSpPr txBox="1"/>
          <p:nvPr/>
        </p:nvSpPr>
        <p:spPr>
          <a:xfrm>
            <a:off x="10254528" y="1774819"/>
            <a:ext cx="19661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下半年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海外玩具旺季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万圣节、黑五、圣诞节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等连续大促。尽早规划入驻，快速发品测款。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销售增长红利期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早发品，早占坑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扫码对接。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F0556D3-5E92-577B-1CDC-CEA7F513165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100" y="3272013"/>
            <a:ext cx="2062900" cy="2337953"/>
          </a:xfrm>
          <a:prstGeom prst="rect">
            <a:avLst/>
          </a:prstGeom>
        </p:spPr>
      </p:pic>
      <p:sp>
        <p:nvSpPr>
          <p:cNvPr id="15" name="AutoShape 20">
            <a:extLst>
              <a:ext uri="{FF2B5EF4-FFF2-40B4-BE49-F238E27FC236}">
                <a16:creationId xmlns:a16="http://schemas.microsoft.com/office/drawing/2014/main" id="{1898C8A9-3BE9-6A98-C42F-26E055EF17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6330" y="3597289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E162E8C-947E-11D6-AAA7-9A6AA27D914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750" y="4002832"/>
            <a:ext cx="1800000" cy="1800000"/>
          </a:xfrm>
          <a:prstGeom prst="rect">
            <a:avLst/>
          </a:prstGeom>
        </p:spPr>
      </p:pic>
      <p:pic>
        <p:nvPicPr>
          <p:cNvPr id="2072" name="Picture 24">
            <a:extLst>
              <a:ext uri="{FF2B5EF4-FFF2-40B4-BE49-F238E27FC236}">
                <a16:creationId xmlns:a16="http://schemas.microsoft.com/office/drawing/2014/main" id="{3486AED9-46DB-A6A1-0F85-8ED4B6F86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390" y="4002832"/>
            <a:ext cx="1906667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>
            <a:extLst>
              <a:ext uri="{FF2B5EF4-FFF2-40B4-BE49-F238E27FC236}">
                <a16:creationId xmlns:a16="http://schemas.microsoft.com/office/drawing/2014/main" id="{59AFA33A-1F1B-90B6-A4C8-994A9B378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9" y="3997456"/>
            <a:ext cx="196375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>
            <a:extLst>
              <a:ext uri="{FF2B5EF4-FFF2-40B4-BE49-F238E27FC236}">
                <a16:creationId xmlns:a16="http://schemas.microsoft.com/office/drawing/2014/main" id="{3CD6B1E4-13B7-85C3-A196-FDD43AEBF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371" y="3997456"/>
            <a:ext cx="1921667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>
            <a:extLst>
              <a:ext uri="{FF2B5EF4-FFF2-40B4-BE49-F238E27FC236}">
                <a16:creationId xmlns:a16="http://schemas.microsoft.com/office/drawing/2014/main" id="{24C65C4C-60A5-1B79-6E20-60C28FD15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432" y="4002832"/>
            <a:ext cx="194958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44CDA14-A4AA-CAEC-3D1B-1C07491610B7}"/>
              </a:ext>
            </a:extLst>
          </p:cNvPr>
          <p:cNvSpPr txBox="1"/>
          <p:nvPr/>
        </p:nvSpPr>
        <p:spPr>
          <a:xfrm>
            <a:off x="7101514" y="6299706"/>
            <a:ext cx="3388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*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品牌</a:t>
            </a:r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/IP/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外观专利需要有对应销售区域的授权</a:t>
            </a:r>
          </a:p>
        </p:txBody>
      </p:sp>
    </p:spTree>
    <p:extLst>
      <p:ext uri="{BB962C8B-B14F-4D97-AF65-F5344CB8AC3E}">
        <p14:creationId xmlns:p14="http://schemas.microsoft.com/office/powerpoint/2010/main" val="2330988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4F947-64DB-6974-ABF3-E0085379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B47596F-3358-BDAA-9844-C3551CF56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96012" y="6356923"/>
            <a:ext cx="2744107" cy="1800000"/>
          </a:xfrm>
        </p:spPr>
        <p:txBody>
          <a:bodyPr/>
          <a:lstStyle/>
          <a:p>
            <a:fld id="{48EC43DF-B5C4-436E-A382-5CD9B951353C}" type="slidenum">
              <a:rPr lang="en-US" smtClean="0"/>
              <a:t>6</a:t>
            </a:fld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E16082-FE80-6857-0A50-B951B341750F}"/>
              </a:ext>
            </a:extLst>
          </p:cNvPr>
          <p:cNvSpPr txBox="1">
            <a:spLocks noGrp="1"/>
          </p:cNvSpPr>
          <p:nvPr>
            <p:ph type="body" sz="quarter" idx="36"/>
          </p:nvPr>
        </p:nvSpPr>
        <p:spPr>
          <a:xfrm>
            <a:off x="652463" y="481013"/>
            <a:ext cx="10352087" cy="37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FF6600"/>
                </a:solidFill>
              </a:rPr>
              <a:t>玩具与游戏 &gt; 拼图 &gt; 拼图垫</a:t>
            </a:r>
            <a:endParaRPr lang="zh-CN" altLang="en-US" sz="3200" i="0" dirty="0">
              <a:solidFill>
                <a:srgbClr val="FF6600"/>
              </a:solidFill>
              <a:latin typeface="-apple-syste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25F34E-6ABC-ED8C-38AB-E2797050419F}"/>
              </a:ext>
            </a:extLst>
          </p:cNvPr>
          <p:cNvSpPr txBox="1"/>
          <p:nvPr/>
        </p:nvSpPr>
        <p:spPr>
          <a:xfrm>
            <a:off x="10129100" y="5922589"/>
            <a:ext cx="20345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本海报内容为风格元素参考，请尊重并遵守当地知识产权和文化风俗，售卖合规货品。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499A6E-B512-EE99-DA0B-21175912FEC0}"/>
              </a:ext>
            </a:extLst>
          </p:cNvPr>
          <p:cNvSpPr txBox="1"/>
          <p:nvPr/>
        </p:nvSpPr>
        <p:spPr>
          <a:xfrm>
            <a:off x="10025038" y="821862"/>
            <a:ext cx="21669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常规模式</a:t>
            </a:r>
            <a:r>
              <a:rPr lang="en-US" altLang="zh-CN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非半托管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玩具与游戏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波鲁鲁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813D59-FE75-D219-0055-560A2A7A2831}"/>
              </a:ext>
            </a:extLst>
          </p:cNvPr>
          <p:cNvSpPr txBox="1"/>
          <p:nvPr/>
        </p:nvSpPr>
        <p:spPr>
          <a:xfrm>
            <a:off x="10254528" y="1774819"/>
            <a:ext cx="19661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下半年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海外玩具旺季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万圣节、黑五、圣诞节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等连续大促。尽早规划入驻，快速发品测款。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销售增长红利期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早发品，早占坑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扫码对接。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D36A695-CF57-DC5F-A726-267CCC5129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100" y="3272013"/>
            <a:ext cx="2062900" cy="233795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A9EE656-F82B-02B3-4B0E-AE068E5E8BCE}"/>
              </a:ext>
            </a:extLst>
          </p:cNvPr>
          <p:cNvSpPr txBox="1"/>
          <p:nvPr/>
        </p:nvSpPr>
        <p:spPr>
          <a:xfrm>
            <a:off x="6865533" y="5825440"/>
            <a:ext cx="3388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*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品牌</a:t>
            </a:r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/IP/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外观专利需要有对应销售区域的授权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2EC286-606A-07DC-21A3-88CF58D3F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55" y="1116603"/>
            <a:ext cx="1945624" cy="180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5448158-42C8-FF00-2C32-5DFBF1DA6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905" y="3038892"/>
            <a:ext cx="1870345" cy="1800000"/>
          </a:xfrm>
          <a:prstGeom prst="rect">
            <a:avLst/>
          </a:prstGeom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451D8B93-17CE-A851-E31C-8D5D46B54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195" y="1098173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D36316E1-60E9-478F-EE3B-48CA39AD2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555" y="4982117"/>
            <a:ext cx="1808333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7B0B4BFA-34BA-5350-D17E-44A17262F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576" y="3021340"/>
            <a:ext cx="18025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30AFE34-4D3F-E034-0F01-40482B9802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7880" y="4982117"/>
            <a:ext cx="1986076" cy="1800000"/>
          </a:xfrm>
          <a:prstGeom prst="rect">
            <a:avLst/>
          </a:prstGeom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6C24FB89-603F-EF87-0914-D0EF2530B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408" y="3030930"/>
            <a:ext cx="1795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D578AB6-5C13-941D-4B23-B34E2A0EBF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079" y="4982117"/>
            <a:ext cx="2022898" cy="1800000"/>
          </a:xfrm>
          <a:prstGeom prst="rect">
            <a:avLst/>
          </a:prstGeom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298F5B55-74CD-E231-5F74-11A1E3963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035" y="1116603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D6221760-4700-18AC-71D4-BFF4BFEDD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055" y="3038892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>
            <a:extLst>
              <a:ext uri="{FF2B5EF4-FFF2-40B4-BE49-F238E27FC236}">
                <a16:creationId xmlns:a16="http://schemas.microsoft.com/office/drawing/2014/main" id="{DB3880B3-7773-D740-D92D-C42005F56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23" y="3041398"/>
            <a:ext cx="2147917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>
            <a:extLst>
              <a:ext uri="{FF2B5EF4-FFF2-40B4-BE49-F238E27FC236}">
                <a16:creationId xmlns:a16="http://schemas.microsoft.com/office/drawing/2014/main" id="{78CD5ABC-CE0D-D51D-E7E2-D2E367EE9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23" y="1098173"/>
            <a:ext cx="1791666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>
            <a:extLst>
              <a:ext uri="{FF2B5EF4-FFF2-40B4-BE49-F238E27FC236}">
                <a16:creationId xmlns:a16="http://schemas.microsoft.com/office/drawing/2014/main" id="{64198763-1B8A-774A-DC61-A7EEBB3BE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01" y="1070436"/>
            <a:ext cx="180125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747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7A29-23B1-A2DE-A306-3B8BC605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C728F32-EE01-0DF2-64A6-DD73F6275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96012" y="6356923"/>
            <a:ext cx="2744107" cy="1800000"/>
          </a:xfrm>
        </p:spPr>
        <p:txBody>
          <a:bodyPr/>
          <a:lstStyle/>
          <a:p>
            <a:fld id="{48EC43DF-B5C4-436E-A382-5CD9B951353C}" type="slidenum">
              <a:rPr lang="en-US" smtClean="0"/>
              <a:t>7</a:t>
            </a:fld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058A94-C8F6-12F3-B986-C35A85F24E05}"/>
              </a:ext>
            </a:extLst>
          </p:cNvPr>
          <p:cNvSpPr txBox="1">
            <a:spLocks noGrp="1"/>
          </p:cNvSpPr>
          <p:nvPr>
            <p:ph type="body" sz="quarter" idx="36"/>
          </p:nvPr>
        </p:nvSpPr>
        <p:spPr>
          <a:xfrm>
            <a:off x="947179" y="429169"/>
            <a:ext cx="10352087" cy="37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FF6600"/>
                </a:solidFill>
              </a:rPr>
              <a:t>玩具与游戏 &gt; 拼图 &gt; 拼图附件</a:t>
            </a:r>
            <a:endParaRPr lang="zh-CN" altLang="en-US" sz="3200" i="0" dirty="0">
              <a:solidFill>
                <a:srgbClr val="FF6600"/>
              </a:solidFill>
              <a:latin typeface="-apple-syste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52EBC5-A253-B080-BBAE-AFF4638D571E}"/>
              </a:ext>
            </a:extLst>
          </p:cNvPr>
          <p:cNvSpPr txBox="1"/>
          <p:nvPr/>
        </p:nvSpPr>
        <p:spPr>
          <a:xfrm>
            <a:off x="10143254" y="5833146"/>
            <a:ext cx="20345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本海报内容为风格元素参考，请尊重并遵守当地知识产权和文化风俗，售卖合规货品。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E8A1BD-2526-1FD1-C8F8-A367CF5693C9}"/>
              </a:ext>
            </a:extLst>
          </p:cNvPr>
          <p:cNvSpPr txBox="1"/>
          <p:nvPr/>
        </p:nvSpPr>
        <p:spPr>
          <a:xfrm>
            <a:off x="10025038" y="821862"/>
            <a:ext cx="21669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常规模式</a:t>
            </a:r>
            <a:r>
              <a:rPr lang="en-US" altLang="zh-CN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非半托管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玩具与游戏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波鲁鲁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50F395-12C0-0605-4A2A-C5D37EB602A5}"/>
              </a:ext>
            </a:extLst>
          </p:cNvPr>
          <p:cNvSpPr txBox="1"/>
          <p:nvPr/>
        </p:nvSpPr>
        <p:spPr>
          <a:xfrm>
            <a:off x="10254528" y="1774819"/>
            <a:ext cx="19661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下半年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海外玩具旺季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万圣节、黑五、圣诞节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等连续大促。尽早规划入驻，快速发品测款。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销售增长红利期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早发品，早占坑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扫码对接。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60C3043-5AE9-52D0-0305-D6F33BD121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068" y="3282616"/>
            <a:ext cx="2062900" cy="233795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3A606E1-02C5-5C74-1227-4F6E3EA72243}"/>
              </a:ext>
            </a:extLst>
          </p:cNvPr>
          <p:cNvSpPr txBox="1"/>
          <p:nvPr/>
        </p:nvSpPr>
        <p:spPr>
          <a:xfrm>
            <a:off x="7132935" y="509968"/>
            <a:ext cx="3388995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*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品牌</a:t>
            </a:r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/IP/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外观专利需要有对应销售区域的授权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79A956D-1B38-19F1-F1D2-9F6D751CD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20" y="1051493"/>
            <a:ext cx="21216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5406A34-C0BD-051F-05EF-5DCB637AC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892" y="1032292"/>
            <a:ext cx="19032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F2F4A30-81ED-0C16-49AA-304A03647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433" y="4846907"/>
            <a:ext cx="17280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B1C58C7B-60EE-7C4D-4C93-4254AFFCC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592" y="2927746"/>
            <a:ext cx="17716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51739664-898B-9B20-2DD4-CAF17AB0B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287" y="2937622"/>
            <a:ext cx="14956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C3F316E0-1D67-0360-791A-6AFA83764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431" y="1051493"/>
            <a:ext cx="1806399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518256AF-41C0-033D-B418-D965D98A0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48" y="4863204"/>
            <a:ext cx="18556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BE6E3F7B-CFD7-E78D-3694-8CBF4AC9B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1" y="4846907"/>
            <a:ext cx="1778001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FEA77D1F-A0C4-302D-5610-21A56943E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502" y="4834699"/>
            <a:ext cx="15552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CD5373A9-15D1-74E4-3C5F-F0CEC2A30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114" y="4834699"/>
            <a:ext cx="1663117" cy="1785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CC46D50A-87BF-DD11-B7A6-E42E87D1E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223" y="2927746"/>
            <a:ext cx="17280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FFDCE05B-3B58-A2CF-A107-01D9C01F3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528" y="2927746"/>
            <a:ext cx="18304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72D33CCB-BE5F-530F-F20B-59CDD9B29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87" y="2967736"/>
            <a:ext cx="16624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4D39AA7-1605-D508-2F24-C01E9772D12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09348" y="1032292"/>
            <a:ext cx="1800000" cy="172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10E90D3-A008-350F-484E-FA3B23220C5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02872" y="1032292"/>
            <a:ext cx="1861296" cy="17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8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9B1B5-9575-6416-CD9E-CC0711FB9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5C16D3-3A06-38DA-FE66-99120B49B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96012" y="6356923"/>
            <a:ext cx="2744107" cy="1800000"/>
          </a:xfrm>
        </p:spPr>
        <p:txBody>
          <a:bodyPr/>
          <a:lstStyle/>
          <a:p>
            <a:fld id="{48EC43DF-B5C4-436E-A382-5CD9B951353C}" type="slidenum">
              <a:rPr lang="en-US" smtClean="0"/>
              <a:t>8</a:t>
            </a:fld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3267D2-E6DA-FF1C-A01E-2A81FDB53916}"/>
              </a:ext>
            </a:extLst>
          </p:cNvPr>
          <p:cNvSpPr txBox="1">
            <a:spLocks noGrp="1"/>
          </p:cNvSpPr>
          <p:nvPr>
            <p:ph type="body" sz="quarter" idx="36"/>
          </p:nvPr>
        </p:nvSpPr>
        <p:spPr>
          <a:xfrm>
            <a:off x="652463" y="481013"/>
            <a:ext cx="10352087" cy="37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FF6600"/>
                </a:solidFill>
              </a:rPr>
              <a:t>玩具与游戏 &gt; 拼图 &gt; 拼图附件</a:t>
            </a:r>
            <a:endParaRPr lang="zh-CN" altLang="en-US" sz="3200" i="0" dirty="0">
              <a:solidFill>
                <a:srgbClr val="FF6600"/>
              </a:solidFill>
              <a:latin typeface="-apple-syste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233D8E-33D0-17A4-B490-2377FE9ABE0D}"/>
              </a:ext>
            </a:extLst>
          </p:cNvPr>
          <p:cNvSpPr txBox="1"/>
          <p:nvPr/>
        </p:nvSpPr>
        <p:spPr>
          <a:xfrm>
            <a:off x="10129100" y="5922589"/>
            <a:ext cx="20345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本海报内容为风格元素参考，请尊重并遵守当地知识产权和文化风俗，售卖合规货品。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A7B542-B29B-C766-C8D7-A8EE42ADE767}"/>
              </a:ext>
            </a:extLst>
          </p:cNvPr>
          <p:cNvSpPr txBox="1"/>
          <p:nvPr/>
        </p:nvSpPr>
        <p:spPr>
          <a:xfrm>
            <a:off x="10025038" y="821862"/>
            <a:ext cx="21669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常规模式</a:t>
            </a:r>
            <a:r>
              <a:rPr lang="en-US" altLang="zh-CN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非半托管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玩具与游戏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波鲁鲁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9B1753-8ABF-8FAE-A9A4-D6F833FAF8D3}"/>
              </a:ext>
            </a:extLst>
          </p:cNvPr>
          <p:cNvSpPr txBox="1"/>
          <p:nvPr/>
        </p:nvSpPr>
        <p:spPr>
          <a:xfrm>
            <a:off x="10254528" y="1774819"/>
            <a:ext cx="19661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下半年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海外玩具旺季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万圣节、黑五、圣诞节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等连续大促。尽早规划入驻，快速发品测款。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销售增长红利期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早发品，早占坑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扫码对接。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4157781-F22E-7EE7-CA48-4B09A82C09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100" y="3272013"/>
            <a:ext cx="2062900" cy="233795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70062E7-81FB-48ED-9FF9-9FEFE101A622}"/>
              </a:ext>
            </a:extLst>
          </p:cNvPr>
          <p:cNvSpPr txBox="1"/>
          <p:nvPr/>
        </p:nvSpPr>
        <p:spPr>
          <a:xfrm>
            <a:off x="6726711" y="5956574"/>
            <a:ext cx="3388995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*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品牌</a:t>
            </a:r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/IP/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外观专利需要有对应销售区域的授权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F9449B-25BA-B346-A518-7971A5D27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88" y="1191194"/>
            <a:ext cx="17280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FCE0B96-BC08-CBA5-2FF9-973E25887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067" y="1191194"/>
            <a:ext cx="17280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61A2355-F054-084F-0960-FC8DADDA6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80" y="3114752"/>
            <a:ext cx="18516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B9D01143-E674-74DB-5596-2759E1170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362" y="3114752"/>
            <a:ext cx="17304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9F43DC2A-AFF0-8EB4-A000-76C73D039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778" y="1191194"/>
            <a:ext cx="17280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82ABDF06-29A8-36AB-1392-0E1967BD9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119" y="1204313"/>
            <a:ext cx="18204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B6F20CCC-BA8D-EC8E-9E36-6109306D3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047" y="3122837"/>
            <a:ext cx="17548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C08C7732-F869-F125-73D6-5E8DFC012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539" y="5038310"/>
            <a:ext cx="15496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B2D1629A-72B4-01DB-70AC-FA29FEF2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27" y="5038310"/>
            <a:ext cx="17292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>
            <a:extLst>
              <a:ext uri="{FF2B5EF4-FFF2-40B4-BE49-F238E27FC236}">
                <a16:creationId xmlns:a16="http://schemas.microsoft.com/office/drawing/2014/main" id="{D998587D-A5CA-A96B-6CFE-52A5A97AD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328" y="5038310"/>
            <a:ext cx="17584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>
            <a:extLst>
              <a:ext uri="{FF2B5EF4-FFF2-40B4-BE49-F238E27FC236}">
                <a16:creationId xmlns:a16="http://schemas.microsoft.com/office/drawing/2014/main" id="{27F27164-8B79-A20D-7915-6924E5541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019" y="3122837"/>
            <a:ext cx="17256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>
            <a:extLst>
              <a:ext uri="{FF2B5EF4-FFF2-40B4-BE49-F238E27FC236}">
                <a16:creationId xmlns:a16="http://schemas.microsoft.com/office/drawing/2014/main" id="{5F910177-F9B7-8CB3-A71F-B797EE66D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613" y="1204313"/>
            <a:ext cx="17280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>
            <a:extLst>
              <a:ext uri="{FF2B5EF4-FFF2-40B4-BE49-F238E27FC236}">
                <a16:creationId xmlns:a16="http://schemas.microsoft.com/office/drawing/2014/main" id="{BE719638-A43B-E009-7ACD-4F421B62C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739" y="3122837"/>
            <a:ext cx="1785200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469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8BCA3-5B8C-DDE2-3933-010275DC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50F0C298-FC59-EADB-0345-968C6CDEBB12}"/>
              </a:ext>
            </a:extLst>
          </p:cNvPr>
          <p:cNvSpPr txBox="1"/>
          <p:nvPr/>
        </p:nvSpPr>
        <p:spPr>
          <a:xfrm>
            <a:off x="9949666" y="5922589"/>
            <a:ext cx="20345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本海报内容为风格元素参考，请尊重并遵守当地知识产权和文化风俗，售卖合规货品。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4A79C6-B990-8E65-5FDF-4C5ED7BE8CC9}"/>
              </a:ext>
            </a:extLst>
          </p:cNvPr>
          <p:cNvSpPr txBox="1"/>
          <p:nvPr/>
        </p:nvSpPr>
        <p:spPr>
          <a:xfrm>
            <a:off x="9845604" y="821862"/>
            <a:ext cx="21669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常规模式</a:t>
            </a:r>
            <a:r>
              <a:rPr lang="en-US" altLang="zh-CN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非半托管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玩具与游戏</a:t>
            </a:r>
            <a:endParaRPr lang="en-US" altLang="zh-CN" sz="1400" b="1" dirty="0">
              <a:solidFill>
                <a:srgbClr val="FF6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波鲁鲁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3622CF-4785-B721-656C-462B2103CCE2}"/>
              </a:ext>
            </a:extLst>
          </p:cNvPr>
          <p:cNvSpPr txBox="1"/>
          <p:nvPr/>
        </p:nvSpPr>
        <p:spPr>
          <a:xfrm>
            <a:off x="10075094" y="1774819"/>
            <a:ext cx="19661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下半年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海外玩具旺季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万圣节、黑五、圣诞节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等连续大促。尽早规划入驻，快速发品测款。</a:t>
            </a:r>
            <a:endParaRPr lang="en-US" altLang="zh-CN" sz="1400" b="1" dirty="0">
              <a:solidFill>
                <a:srgbClr val="30A6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销售增长红利期</a:t>
            </a:r>
            <a:r>
              <a:rPr lang="zh-CN" altLang="en-US" sz="1400" b="1" dirty="0">
                <a:solidFill>
                  <a:srgbClr val="30A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早发品，早占坑</a:t>
            </a:r>
            <a:r>
              <a:rPr lang="zh-CN" altLang="en-US" sz="1400" b="1" dirty="0">
                <a:solidFill>
                  <a:srgbClr val="FF6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扫码对接。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9354F56-FC6A-0ED3-486F-8D5EAFBFB3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666" y="3272013"/>
            <a:ext cx="2062900" cy="2337953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62C665F-4304-17C1-F4A9-4A6EF3966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73" y="1220070"/>
            <a:ext cx="1781444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E3BEBE8-497F-225D-4D44-E9E18BFCA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317" y="1220070"/>
            <a:ext cx="1745455" cy="17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E4B5734-8EF3-233A-7A94-E84489C05A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73" y="3074807"/>
            <a:ext cx="1684224" cy="1728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42450D7-A439-F25A-9B87-F4909F51672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016" y="3074807"/>
            <a:ext cx="1723392" cy="1728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24696F10-1E68-8443-449F-36975FEC7CD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973" y="1220070"/>
            <a:ext cx="1759674" cy="17280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1FB263B-43BE-1516-A12C-E86D5B00BE2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848" y="1220070"/>
            <a:ext cx="1712603" cy="17280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569C7AEE-17C9-EE11-AA44-E1ACB724EE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652" y="1220070"/>
            <a:ext cx="1798751" cy="17280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B576114-4A3A-F6AA-C4BE-6AC96123BDC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680" y="3074807"/>
            <a:ext cx="1754963" cy="172800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0A597B3F-0856-722B-8536-A1B17E255FC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166" y="3074807"/>
            <a:ext cx="1702657" cy="17280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4DC33778-C4DE-69E8-73DD-F1CFCAA7713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451" y="3074807"/>
            <a:ext cx="1688219" cy="17280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897C3BC0-B36A-7A10-4886-2F9BBC8BBAC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73" y="5014105"/>
            <a:ext cx="1732620" cy="172800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326669BD-C670-A85F-E159-32CC538881A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600" y="5032491"/>
            <a:ext cx="1763359" cy="172800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23E7B494-26BB-A8AC-674E-A93278D57E17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166" y="5032491"/>
            <a:ext cx="1762067" cy="172800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23A86002-7240-9375-BE58-A444B1C45C0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296" y="5032491"/>
            <a:ext cx="1688832" cy="1728000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8EBF7A6E-3E01-B1D0-24ED-DE608F151CCE}"/>
              </a:ext>
            </a:extLst>
          </p:cNvPr>
          <p:cNvSpPr txBox="1"/>
          <p:nvPr/>
        </p:nvSpPr>
        <p:spPr>
          <a:xfrm>
            <a:off x="7858191" y="5707145"/>
            <a:ext cx="17549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*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品牌</a:t>
            </a:r>
            <a:r>
              <a:rPr lang="en-US" altLang="zh-CN" sz="1100" b="1" i="0" dirty="0">
                <a:solidFill>
                  <a:srgbClr val="FF6C00"/>
                </a:solidFill>
                <a:latin typeface="-apple-system"/>
              </a:rPr>
              <a:t>/IP/</a:t>
            </a:r>
            <a:r>
              <a:rPr lang="zh-CN" altLang="en-US" sz="1100" b="1" i="0" dirty="0">
                <a:solidFill>
                  <a:srgbClr val="FF6C00"/>
                </a:solidFill>
                <a:latin typeface="-apple-system"/>
              </a:rPr>
              <a:t>外观专利需要有对应销售区域的授权</a:t>
            </a:r>
          </a:p>
        </p:txBody>
      </p:sp>
      <p:sp>
        <p:nvSpPr>
          <p:cNvPr id="57" name="文本占位符 56">
            <a:extLst>
              <a:ext uri="{FF2B5EF4-FFF2-40B4-BE49-F238E27FC236}">
                <a16:creationId xmlns:a16="http://schemas.microsoft.com/office/drawing/2014/main" id="{6C65B9F5-0333-16E7-298E-1E76339A413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57898" y="488974"/>
            <a:ext cx="10350620" cy="505655"/>
          </a:xfrm>
        </p:spPr>
        <p:txBody>
          <a:bodyPr/>
          <a:lstStyle/>
          <a:p>
            <a:r>
              <a:rPr lang="zh-CN" altLang="en-US" dirty="0"/>
              <a:t>玩具与游戏 </a:t>
            </a:r>
            <a:r>
              <a:rPr lang="en-US" altLang="zh-CN" dirty="0"/>
              <a:t>/ </a:t>
            </a:r>
            <a:r>
              <a:rPr lang="zh-CN" altLang="en-US" dirty="0"/>
              <a:t>游戏及配件 </a:t>
            </a:r>
            <a:r>
              <a:rPr lang="en-US" altLang="zh-CN" dirty="0"/>
              <a:t>/ </a:t>
            </a:r>
            <a:r>
              <a:rPr lang="zh-CN" altLang="en-US" dirty="0"/>
              <a:t>旅行游戏、口袋游戏</a:t>
            </a:r>
          </a:p>
        </p:txBody>
      </p:sp>
    </p:spTree>
    <p:extLst>
      <p:ext uri="{BB962C8B-B14F-4D97-AF65-F5344CB8AC3E}">
        <p14:creationId xmlns:p14="http://schemas.microsoft.com/office/powerpoint/2010/main" val="13038423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7926</TotalTime>
  <Words>936</Words>
  <Application>Microsoft Office PowerPoint</Application>
  <PresentationFormat>宽屏</PresentationFormat>
  <Paragraphs>81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-apple-system</vt:lpstr>
      <vt:lpstr>微软雅黑</vt:lpstr>
      <vt:lpstr>Arial</vt:lpstr>
      <vt:lpstr>Arial Black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波鲁鲁</dc:creator>
  <cp:lastModifiedBy>波鲁鲁</cp:lastModifiedBy>
  <cp:revision>16</cp:revision>
  <dcterms:created xsi:type="dcterms:W3CDTF">2019-09-19T02:01:00Z</dcterms:created>
  <dcterms:modified xsi:type="dcterms:W3CDTF">2026-08-04T02:23:20Z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2052-11.8.2.12187</vt:lpwstr>
  </property>
  <property fmtid="{D5CDD505-2E9C-101B-9397-08002B2CF9AE}" pid="3" name="ICV">
    <vt:lpwstr>FD283A0553ED431FA76DE2E85AB6FFEC</vt:lpwstr>
  </property>
</Properties>
</file>